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descr="Quadro de comunicaçõ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002252" y="-4002251"/>
            <a:ext cx="10294449" cy="1829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89924" y="8230225"/>
            <a:ext cx="3680926" cy="1410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134525" y="614225"/>
            <a:ext cx="15967200" cy="971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TÍTULO: </a:t>
            </a:r>
            <a:r>
              <a:rPr lang="pt-BR" sz="2500" b="1" dirty="0">
                <a:solidFill>
                  <a:schemeClr val="dk1"/>
                </a:solidFill>
              </a:rPr>
              <a:t>{{Título}}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DURAÇÃO:</a:t>
            </a:r>
            <a:r>
              <a:rPr lang="pt-BR" sz="2500" b="1" dirty="0">
                <a:solidFill>
                  <a:schemeClr val="dk1"/>
                </a:solidFill>
              </a:rPr>
              <a:t> {{DURACAO}}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PRODUTO: </a:t>
            </a:r>
            <a:r>
              <a:rPr lang="pt-BR" sz="2500" b="1" dirty="0">
                <a:solidFill>
                  <a:schemeClr val="dk1"/>
                </a:solidFill>
              </a:rPr>
              <a:t>{{PRODUTO}}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ANUNCIANTE: </a:t>
            </a:r>
            <a:r>
              <a:rPr lang="pt-BR" sz="2500" b="1" dirty="0">
                <a:solidFill>
                  <a:schemeClr val="dk1"/>
                </a:solidFill>
              </a:rPr>
              <a:t>{{CLIENTE}}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AGÊNCIA:</a:t>
            </a:r>
            <a:r>
              <a:rPr lang="pt-BR" sz="2500" b="1" dirty="0">
                <a:solidFill>
                  <a:schemeClr val="dk1"/>
                </a:solidFill>
              </a:rPr>
              <a:t> {{AGENCIA}}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DIREÇÃO: </a:t>
            </a:r>
            <a:r>
              <a:rPr lang="pt-BR" sz="2500" b="1" dirty="0">
                <a:solidFill>
                  <a:schemeClr val="dk1"/>
                </a:solidFill>
              </a:rPr>
              <a:t>{{DIRECAO}}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TIPO: </a:t>
            </a:r>
            <a:r>
              <a:rPr lang="pt-BR" sz="2500" b="1" dirty="0">
                <a:solidFill>
                  <a:schemeClr val="dk1"/>
                </a:solidFill>
              </a:rPr>
              <a:t>{{TIPO}}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SEGMENTO:</a:t>
            </a:r>
            <a:r>
              <a:rPr lang="pt-BR" sz="2500" b="1" dirty="0">
                <a:solidFill>
                  <a:schemeClr val="dk1"/>
                </a:solidFill>
              </a:rPr>
              <a:t> {{SEGMENTO}}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CRT:</a:t>
            </a:r>
            <a:r>
              <a:rPr lang="pt-BR" sz="2500" b="1" dirty="0">
                <a:solidFill>
                  <a:schemeClr val="dk1"/>
                </a:solidFill>
              </a:rPr>
              <a:t> {{CRT}}</a:t>
            </a:r>
            <a:endParaRPr sz="29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PRODUTORA: </a:t>
            </a:r>
            <a:r>
              <a:rPr lang="pt-BR" sz="2500" b="1" dirty="0">
                <a:solidFill>
                  <a:schemeClr val="dk1"/>
                </a:solidFill>
              </a:rPr>
              <a:t>ELLAH FILMES LTDA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CNPJ: </a:t>
            </a:r>
            <a:r>
              <a:rPr lang="pt-BR" sz="2500" b="1" dirty="0">
                <a:solidFill>
                  <a:schemeClr val="dk1"/>
                </a:solidFill>
              </a:rPr>
              <a:t>52.212.223/0001-16</a:t>
            </a:r>
            <a:endParaRPr sz="2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PRODUTORA DE ÁUDIO: </a:t>
            </a:r>
            <a:r>
              <a:rPr lang="pt-BR" sz="2500" b="1" dirty="0">
                <a:solidFill>
                  <a:schemeClr val="dk1"/>
                </a:solidFill>
              </a:rPr>
              <a:t>{{PROD_AUDIO}}</a:t>
            </a:r>
            <a:endParaRPr sz="25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ANO DE PRODUÇÃO:</a:t>
            </a:r>
            <a:r>
              <a:rPr lang="pt-BR" sz="2500" b="1" dirty="0">
                <a:solidFill>
                  <a:schemeClr val="dk1"/>
                </a:solidFill>
              </a:rPr>
              <a:t> {{ANO}}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CLOSED CAPTION: </a:t>
            </a:r>
            <a:r>
              <a:rPr lang="pt-BR" sz="2500" b="1" dirty="0">
                <a:solidFill>
                  <a:schemeClr val="dk1"/>
                </a:solidFill>
              </a:rPr>
              <a:t>{{CC}}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TECLA SAP: </a:t>
            </a:r>
            <a:r>
              <a:rPr lang="pt-BR" sz="2500" b="1" dirty="0">
                <a:solidFill>
                  <a:schemeClr val="dk1"/>
                </a:solidFill>
              </a:rPr>
              <a:t>{{TECLA_SAP}}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dirty="0">
                <a:solidFill>
                  <a:schemeClr val="dk1"/>
                </a:solidFill>
              </a:rPr>
              <a:t>LIBRAS:</a:t>
            </a:r>
            <a:r>
              <a:rPr lang="pt-BR" sz="2500" b="1" dirty="0">
                <a:solidFill>
                  <a:schemeClr val="dk1"/>
                </a:solidFill>
              </a:rPr>
              <a:t> {{LIBRAS}}</a:t>
            </a:r>
            <a:endParaRPr sz="2500" b="1" dirty="0">
              <a:solidFill>
                <a:schemeClr val="dk1"/>
              </a:solidFill>
            </a:endParaRPr>
          </a:p>
          <a:p>
            <a:pPr lvl="0">
              <a:lnSpc>
                <a:spcPct val="135000"/>
              </a:lnSpc>
            </a:pPr>
            <a:r>
              <a:rPr lang="pt-BR" sz="2500" dirty="0">
                <a:solidFill>
                  <a:schemeClr val="dk1"/>
                </a:solidFill>
              </a:rPr>
              <a:t>AUDIO DESCRIÇAO</a:t>
            </a:r>
            <a:r>
              <a:rPr lang="pt-BR" sz="2500">
                <a:solidFill>
                  <a:schemeClr val="dk1"/>
                </a:solidFill>
              </a:rPr>
              <a:t>:</a:t>
            </a:r>
            <a:r>
              <a:rPr lang="pt-BR" sz="2500" b="1">
                <a:solidFill>
                  <a:schemeClr val="dk1"/>
                </a:solidFill>
              </a:rPr>
              <a:t> {{AUDIODESCRICAO}}</a:t>
            </a: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139450" y="10623200"/>
            <a:ext cx="84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Personalizar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contas@ellahfilmes.com</cp:lastModifiedBy>
  <cp:revision>1</cp:revision>
  <dcterms:modified xsi:type="dcterms:W3CDTF">2026-03-03T19:04:58Z</dcterms:modified>
</cp:coreProperties>
</file>